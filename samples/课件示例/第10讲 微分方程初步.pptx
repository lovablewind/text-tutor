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7680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第10讲 微分方程初步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10.1 基本概念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• 含有未知函数及其导数的方程叫微分方程</a:t>
            </a:r>
          </a:p>
          <a:p>
            <a:r>
              <a:rPr sz="2000"/>
              <a:t>• 阶、通解、特解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10.2 可分离变量方程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74980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• dy/dx = f(x)g(y)</a:t>
            </a:r>
          </a:p>
          <a:p>
            <a:r>
              <a:rPr sz="2000"/>
              <a:t>• 分离后两边积分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