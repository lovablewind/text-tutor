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导数刻画瞬时变化率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第2讲 导数与微分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2.1 导数的定义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• 差商的极限</a:t>
            </a:r>
          </a:p>
          <a:p>
            <a:r>
              <a:rPr sz="2000"/>
              <a:t>• f'(x0) = lim [f(x0+Δx)-f(x0)]/Δx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例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• 求 f(x)=x^2 在 x=1 处的导数</a:t>
            </a:r>
          </a:p>
          <a:p>
            <a:r>
              <a:rPr sz="2000"/>
              <a:t>• 先写差商，再约分，再取极限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2.2 求导法则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• (uv)' = u'v + uv'</a:t>
            </a:r>
          </a:p>
          <a:p>
            <a:r>
              <a:rPr sz="2000"/>
              <a:t>• (u/v)' = (u'v - uv')/v^2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2.3 高阶导数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• f''(x) 是 f'(x) 的导数</a:t>
            </a:r>
          </a:p>
          <a:p>
            <a:r>
              <a:rPr sz="2000"/>
              <a:t>• 莱布尼茨公式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