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N 依赖于 ε，但不要求最小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第1讲 极限与连续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1.1 数列的极限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数列：按正整数编号的一列数</a:t>
            </a:r>
          </a:p>
          <a:p>
            <a:r>
              <a:rPr sz="2000"/>
              <a:t>• 研究 n 越来越大时 a_n 的趋势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定义 1.1（ε-N 定义）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对任意 ε&gt;0，存在 N，当 n&gt;N 时 |a_n - A| &lt; ε</a:t>
            </a:r>
          </a:p>
          <a:p>
            <a:r>
              <a:rPr sz="2000"/>
              <a:t>• 记作 lim a_n =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例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用定义证明 lim (n+1)/n = 1</a:t>
            </a:r>
          </a:p>
          <a:p>
            <a:r>
              <a:rPr sz="2000"/>
              <a:t>• 关键：|(n+1)/n - 1| = 1/n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1.2 收敛数列的性质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定理 1.1 唯一性</a:t>
            </a:r>
          </a:p>
          <a:p>
            <a:r>
              <a:rPr sz="2000"/>
              <a:t>• 定理 1.2 有界性</a:t>
            </a:r>
          </a:p>
          <a:p>
            <a:r>
              <a:rPr sz="2000"/>
              <a:t>• 定理 1.3 保号性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定义是证明的工具</a:t>
            </a:r>
          </a:p>
          <a:p>
            <a:r>
              <a:rPr sz="2000"/>
              <a:t>• 性质是计算的依据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